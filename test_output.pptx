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테스트 프리젠테이션</a:t>
            </a:r>
          </a:p>
          <a:p>
            <a:pPr>
              <a:defRPr sz="1800">
                <a:solidFill>
                  <a:srgbClr val="818CF8"/>
                </a:solidFill>
                <a:latin typeface="Malgun Gothic"/>
              </a:defRPr>
            </a:pPr>
            <a:r>
              <a:t>python-pptx 컴파일러 검증용 데모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1단계: 핵심 엔진 만들기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Malgun Gothic"/>
              </a:defRPr>
            </a:pPr>
            <a:r>
              <a:t>•  사용자가 입력한 주제로 Gemini API 호출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Malgun Gothic"/>
              </a:defRPr>
            </a:pPr>
            <a:r>
              <a:t>•  구조화된 JSON 스키마를 강제하여 신뢰성 있는 응답 획득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Malgun Gothic"/>
              </a:defRPr>
            </a:pPr>
            <a:r>
              <a:t>•  python-pptx를 활용해 즉시 편집 가능한 실물 PPT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394960"/>
            <a:ext cx="10360152" cy="7315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300" i="1">
                <a:solidFill>
                  <a:srgbClr val="4F46E5"/>
                </a:solidFill>
                <a:latin typeface="Malgun Gothic"/>
              </a:defRPr>
            </a:pPr>
            <a:r>
              <a:t>💡 Key Takeaway: 핵심 엔진을 만들면 차후 웹 UI를 얹는 작업이 매우 간편해집니다.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개발 속도 향상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7200" b="1">
                <a:solidFill>
                  <a:srgbClr val="4F46E5"/>
                </a:solidFill>
                <a:latin typeface="Malgun Gothic"/>
              </a:defRPr>
            </a:pPr>
            <a:r>
              <a:t>90%</a:t>
            </a:r>
          </a:p>
          <a:p>
            <a:pPr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수작업 대비 PPT 제작 소요 시간 감축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011680"/>
            <a:ext cx="5788152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  <a:latin typeface="Malgun Gothic"/>
              </a:defRPr>
            </a:pPr>
            <a:r>
              <a:t>•  디자인 템플릿 탐색 및 텍스트 복사-붙여넣기 과정 제거</a:t>
            </a:r>
          </a:p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  <a:latin typeface="Malgun Gothic"/>
              </a:defRPr>
            </a:pPr>
            <a:r>
              <a:t>•  구조 잡기(목차 기획) 단계를 AI가 선제적으로 해결</a:t>
            </a:r>
          </a:p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  <a:latin typeface="Malgun Gothic"/>
              </a:defRPr>
            </a:pPr>
            <a:r>
              <a:t>•  수정 가능한 파일 형태(PPTX)이므로 마무리 터치만 하면 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94960"/>
            <a:ext cx="10360152" cy="7315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300" i="1">
                <a:solidFill>
                  <a:srgbClr val="4F46E5"/>
                </a:solidFill>
                <a:latin typeface="Malgun Gothic"/>
              </a:defRPr>
            </a:pPr>
            <a:r>
              <a:t>💡 Key Takeaway: 초안 작성 시간을 90% 이상 단축하여 핵심 메시지 다듬기에 집중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2단계: 이쁜 웹 화면(UI) 입히기</a:t>
            </a:r>
          </a:p>
          <a:p>
            <a:pPr algn="ctr">
              <a:defRPr sz="1600">
                <a:solidFill>
                  <a:srgbClr val="EEF2FF"/>
                </a:solidFill>
                <a:latin typeface="Malgun Gothic"/>
              </a:defRPr>
            </a:pPr>
            <a:r>
              <a:t>다음 마일스톤인 Streamlit 웹 어플리케이션 전환 계획에 대해 설명합니다.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